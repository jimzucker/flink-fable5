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Processed msgs/sec at saturation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P=2 (2 KPUs)</c:v>
                </c:pt>
                <c:pt idx="1">
                  <c:v>P=4 (4 KPUs)</c:v>
                </c:pt>
                <c:pt idx="2">
                  <c:v>P=8 (8 KPUs)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16500</c:v>
                </c:pt>
                <c:pt idx="1">
                  <c:v>52000</c:v>
                </c:pt>
                <c:pt idx="2">
                  <c:v>97000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Eight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5084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13732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2379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1028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8. AWS proof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Deployed, all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green, ladder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on AWS under sustained overload (Managed Flink KPUs)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0116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Each doubling of parallelism ~doubles throughput — one Terraform variable, zero job restarts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Capacity model: ~12k msgs/sec per KPU (~$0.12/hr each)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The 110k msgs/sec stress load = a ~P=10 dial setting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Next 3-5x identified: binary serialization (Avro) instead of JSON — before buying more KPUs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</a:rPr>
              <a:t>• Laptop result matched: P=1-&gt;2 exactly 2.0x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ladder, as measured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CloudWatch, per-subtask throughput and saturation — AWS, Managed Flink</a:t>
            </a:r>
          </a:p>
        </p:txBody>
      </p:sp>
      <p:pic>
        <p:nvPicPr>
          <p:cNvPr id="5" name="Picture 4" descr="aws-ladder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2468880"/>
          </a:xfrm>
          <a:prstGeom prst="rect">
            <a:avLst/>
          </a:prstGeom>
        </p:spPr>
      </p:pic>
      <p:pic>
        <p:nvPicPr>
          <p:cNvPr id="6" name="Picture 5" descr="aws-busy-back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112471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Two clouds, one test suite — the measured scoreboard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Same requirements, same data, same five correctness checks; deployable configs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566160"/>
                <a:gridCol w="35661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AWS (Managed Flink + MSK)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Confluent Cloud (Flink SQL)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Correctness - 5 independent checks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End-to-end latency (live)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p50 267 ms  /  p99 495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p50 1.8 s  /  p99 2.1 s (SQL tuned for latency)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Full pipeline 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435,000 msgs/sec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127,000 msgs/sec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Sustained 28 min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232,705/sec, deviation 30/sec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360,900/sec, deviation 63,900/sec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Cost at equal work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~ $2.39/hr all-in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~ $3.36/hr + usage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Code to build it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~2,000 lines of Java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~200 lines of SQL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What you operate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a jar, an image, a VPC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statements - nothing to deploy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3949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008300"/>
                </a:solidFill>
              </a:rPr>
              <a:t>• AWS is faster, cheaper and steadier: one job passes records between operators in memory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B0B0B"/>
                </a:solidFill>
              </a:rPr>
              <a:t>• Confluent is ~10x less code and nothing to deploy - but the SQL must be ONE fused statement set; writing it as chained statements costs 15x latency (26.7s -&gt; 1.8s when fixed)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B0B0B"/>
                </a:solidFill>
              </a:rPr>
              <a:t>• Decide by latency budget, not by benchmark: sub-second -&gt; DataStream; multi-second-tolerant analytics -&gt; 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08300"/>
                </a:solidFill>
              </a:rPr>
              <a:t>• Status: DEPLOYED and load-tested on AWS — all cases green, scaling ladder measured, then torn down cleanly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 + epilogue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 a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two-cloud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9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nine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$515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(flat-rate in practice)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26 finds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7 bugs, 1 design flaw,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18 deploy/cleanup gotchas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Two validated deployment targets: AWS Managed Flink for latency-critical and high-volume work; Confluent Cloud SQL where multi-second freshness is fine and speed-to-build wins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Volume and stability proven on both, same method: AWS 757k msgs/sec peak, 28 min at 232,705/sec with deviation of 30; Confluent 386k peak single-statement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