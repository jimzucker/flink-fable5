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Two clouds, one test suite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requirements, same data, same five correctness checks; every figure output-verified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DataStream (Java)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146,300 rec/sec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offered - SQL only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the same SQL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76,956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39,400 - 90,600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Run-to-run variance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 - gaps below that are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Scaling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bounded by the workload: 10 tickers cap parallelism at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pool allowed 20 CFU drew a measured max of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(known)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$1.84/hr - 64% of it Kafka, not Flink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compute measured; cluster charge not captured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Partitions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billed: $0.0015/partition-hr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free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Rate-limit an output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connector option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EXPRESSIBLE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Bad query shapes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silent - found by reading a plan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named in the console with a doc 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4864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8300"/>
                </a:solidFill>
              </a:rPr>
              <a:t>• Java is ~2x faster than SQL on identical hardware, load and logic - that gap is real and outside the noise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B0B0B"/>
                </a:solidFill>
              </a:rPr>
              <a:t>• SQL runs at the SAME speed on both clouds: the language is the constraint, not the vendor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</a:rPr>
              <a:t>• Neither platform was the scaling limit - the business problem has ten symbols, and ten things do not spread across twenty workers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78D6"/>
                </a:solidFill>
              </a:rPr>
              <a:t>• The deciding factor was not speed: do not update a screen faster than a human can read is one option on AWS SQL and has no construct in Confluent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Most of the first numbers were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Five published conclusions did not survive re-measurement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0292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I published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was actually happening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Corrected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124x slower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SQL statement per Java operator - every stage hopped through Kafka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1.8s, not 26.7s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2.69x slower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That run consumed 119k rec/sec and wrote NOTHING for an hour - status green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~2x, output verified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does not scale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6-bucket tables capped the source at 6 readers - my rig, not the platform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ceiling was mine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scales 1.5x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Compared runs with different backlog sizes; ramp-up favours the larger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 scaling at all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Every throughput number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Math.min(requested, 30) capped the test data at 30 symbols, not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re-measured at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2120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Root cause of the worst one: I checked on every test that records went IN. I never checked that records came OUT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A pipeline that reads fast and writes nothing scores beautifully on a throughput metric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I published 'it does not scale', corrected it, then corrected the correction - and the ORIGINAL answer was right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B0B0B"/>
                </a:solidFill>
              </a:rPr>
              <a:t>• Benchmarks mostly measure the person running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Fast only counts if the numbers are correct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Days of throughput figures, and the correctness suite had never once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0B0B"/>
                </a:solidFill>
              </a:rPr>
              <a:t>• Six independent checks recompute every position and market value from the RAW topics with exact decimal arithmetic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Market values asserted against the FINAL RAW price using OUR OWN recomputed position - so a wrong position cannot cancel a wrong price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To make failures legible: every trade 1 share, every symbol its own fixed price. A position is then a count you can verify by eye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</a:rPr>
              <a:t>• It FAILED - 615 market values wrong. They were each priced at a slightly older tick of the RIGHT symbol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Rather than wave it away as known semantics, the checker proves it: the implied price must fall inside the range that symbol actually traded at. All 615 did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Result: zero wrong answers, plus a 6% staleness characteristic now described honestly instead of hidden behind a green tick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happens on IPO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One symbol takes 90% of the tape - measured at the producer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3108960"/>
                <a:gridCol w="2743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Record key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Ingest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Per-symbol ordering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Uniform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873,333/sec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293,333/sec  (-66%)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salted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764,444/sec  (-12%)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LOST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adaptive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788,888/sec  (-10%)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 for quiet names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78D6"/>
                </a:solidFill>
              </a:rPr>
              <a:t>• A hot listing costs two thirds of ingest BEFORE the stream processor sees a record: every producer queues behind the one broker owning that symbol's partition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B0B0B"/>
                </a:solidFill>
              </a:rPr>
              <a:t>• Adding producers makes it worse - they contend for the same leader. No downstream tuning can touch this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08300"/>
                </a:solidFill>
              </a:rPr>
              <a:t>• Fix: spread at the KEY, which is upstream of every ceiling. Salt only the hot names so quiet symbols keep ordering and compaction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B0B0B"/>
                </a:solidFill>
              </a:rPr>
              <a:t>• Keying fixes INGEST only. Surviving an IPO needs both: spread at the key AND conflate before the narrow stage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When it falls behind, can you buy your way out?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load, same market, one variable: the compute knob doubled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887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4114800"/>
                <a:gridCol w="22860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Knob doubled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Throughput gained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DataStream (Java)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parallelism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converts extra hardware into 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linear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SQL on AWS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parallelism 20 -&gt; 40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+17% median - INSIDE the +/-25% noise band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+83%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SQL on Confluent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pool cap 10 -&gt; 20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0% - platform kept drawing 10 units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n/a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One cloud will not sell you the capacity; the other sells it, bills you, and delivers almost none of it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Threshold was set BEFORE the run: &gt;=1.6x genuine, 1.2-1.6x partial, &lt;1.2x none. Median landed at 1.17x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Extra workers only help if the work can be split - a stock's numbers must be added up in one place, so the new workers idle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The Java advantage is not mainly SPEED, it is that Java converts extra hardware into throughput and this SQL does not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Speed you can live with. Not being able to grow is a different problem - and invisible if you only test at one size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Recommend AWS Managed Flink for this product: it is faster, cheaper at equal work, and the only one of the two that can satisfy the output-cadence requirement (CR-1)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