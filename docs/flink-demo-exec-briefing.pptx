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Processed msgs/sec at saturation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P=2 (2 KPUs)</c:v>
                </c:pt>
                <c:pt idx="1">
                  <c:v>P=4 (4 KPUs)</c:v>
                </c:pt>
                <c:pt idx="2">
                  <c:v>P=8 (8 KPUs)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16500</c:v>
                </c:pt>
                <c:pt idx="1">
                  <c:v>52000</c:v>
                </c:pt>
                <c:pt idx="2">
                  <c:v>97000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>
                  <a:solidFill>
                    <a:srgbClr val="0B0B0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0B0B0B"/>
                </a:solidFill>
              </a:rPr>
              <a:t>Real-Time Positions &amp; Market Value</a:t>
            </a:r>
          </a:p>
          <a:p>
            <a:r>
              <a:rPr sz="2200">
                <a:solidFill>
                  <a:srgbClr val="52514E"/>
                </a:solidFill>
              </a:rPr>
              <a:t>A streaming trading pipeline on Apache Flink — demo project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Executive briefing  ·  August 2026</a:t>
            </a:r>
          </a:p>
          <a:p>
            <a:r>
              <a:rPr sz="1500">
                <a:solidFill>
                  <a:srgbClr val="52514E"/>
                </a:solidFill>
              </a:rPr>
              <a:t>Built in one day with Claude Code  ·  github.com/jimzucker/flink-fable5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From Requirements.txt — a production-shaped proof, not a toy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Consume block trades and ticking prices from Kafka; produce live positions and market values by account and by ticker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Runs on a laptop and deploys to AWS — same application, configuration-only differences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Scales linearly with CPU; scaling controlled by configuration, never a rebuild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Handles duplicates; results deterministic, complete, reproducible — and explainable to the team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Proven under load: 1,000 orders/sec, and extreme price values, without performance impact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we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Deterministic streaming pipeline — every number exact, every operator measured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92024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Kafka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prices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03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17520" y="150876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Dedup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trade-id, state+TTL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260604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Exact prices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long cents, no floats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21208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0" y="150876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Positions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by account+ticker / ticker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260604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Market value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position × latest price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0467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503920" y="1828800"/>
            <a:ext cx="182880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4 output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streams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(Kafka)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3794760"/>
            <a:ext cx="49377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Observability: Prometheus + Grafana, 12 panels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records/sec, KB/sec, duplicates, backpressure — per operator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Apache Flink 1.20 (Java 17) — industry-standard stream processing; RocksDB state, checkpointing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All money math exact (long cents + BigDecimal): correct at any price magnitude, by construction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Every behavior is a config knob — rates, parallelism, dedup TTL: zero rebuilds to change anything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it was delivered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Eight phases — each ended in something reviewable and running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1. Design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Plan + architecture,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reviewed first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15084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2. Skeleton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End-to-end on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laptop, day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64408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3. Full calcs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All 4 outputs +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dashboard, live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13732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4. Correctness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18 tests + indep.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validation, green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5. AWS IaC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Terraform validated,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ready to apply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2379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6. Load tests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Both perf cases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passed, measured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61704" y="2011680"/>
            <a:ext cx="13533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7. Review find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Price-storm flaw: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proven, fixed, verified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1028" y="2011680"/>
            <a:ext cx="13533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8. AWS proof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Deployed, all tests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green, ladder measured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Nothing advanced unverified: every phase closed with the system running and measured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Full audit trail in git: one squash commit per phase, tagged Phase-2 … Phase-6, branches preserved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Phase 7 was unplanned: a human review comment predicted the price-storm bottleneck — proven, fixed and re-verified the same day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The seven engineering prompts that drove the build are recorded in the repo (prompts/)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we know the numbers are right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Three independent layers of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18 unit tests against the real operators — including a golden dataset with hand-computed expected results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Duplicate-injection proven: first occurrence wins; replays absorbed silently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Extreme-price test: 999,999 shares × $10 trillion — exact to the last digit, no overflow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Independent validation: a script re-derives every output from the raw input topics and compares exactly</a:t>
            </a:r>
          </a:p>
          <a:p>
            <a:pPr lvl="1">
              <a:spcAft>
                <a:spcPts val="1000"/>
              </a:spcAft>
            </a:pPr>
            <a:r>
              <a:rPr sz="1600" b="1">
                <a:solidFill>
                  <a:srgbClr val="008300"/>
                </a:solidFill>
              </a:rPr>
              <a:t>– Live run: 20,210 trades, 959 duplicates dropped, all 50 positions and every market value exact to the penny — 6/6 checks PASS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Completeness invariant holds: per-account positions always sum to the ticker position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Deterministic: same inputs → identical outputs, proven by test; generator fully seeded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Load test results — both required cases pass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Config-only changes; the application was never rebuilt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51760"/>
                <a:gridCol w="3200400"/>
                <a:gridCol w="29260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Baseline (10/sec)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1: 1,000 orders/sec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2: $10 trillion price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Throughput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CPU (busiest task)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0.9%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5.2%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4.9%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Backpressure / lag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Latency (p50)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100 ms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96 ms — unchanged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118 ms — within noise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Verdict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reference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 — math exact to 19 digits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00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B0B0B"/>
                </a:solidFill>
              </a:rPr>
              <a:t>• 100× the order rate moved latency not at all — the pipeline runs at ~5% capacity at 1,000/sec (~14× headroom)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</a:rPr>
              <a:t>• Price magnitude is data, not work: the extreme-price case cannot slow the order path by design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8300"/>
                </a:solidFill>
              </a:rPr>
              <a:t>• Review-driven Case 3: 10,000 price ticks/sec saturated the naive design; conflated re-valuation (config: 250 ms) gives 240x less work, zero backpressure, flat order latency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Scaling is linear — and configuration-only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Measured on AWS under sustained overload (Managed Flink KPUs)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0350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949440" y="201168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08300"/>
                </a:solidFill>
              </a:rPr>
              <a:t>• Each doubling of parallelism ~doubles throughput — one Terraform variable, zero job restarts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Capacity model: ~12k msgs/sec per KPU (~$0.12/hr each)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The 110k msgs/sec stress load = a ~P=10 dial setting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Next 3-5x identified: binary serialization (Avro) instead of JSON — before buying more KPUs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2514E"/>
                </a:solidFill>
              </a:rPr>
              <a:t>• Laptop result matched: P=1-&gt;2 exactly 2.0x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ladder, as measured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CloudWatch, per-subtask throughput and saturation — AWS, Managed Flink</a:t>
            </a:r>
          </a:p>
        </p:txBody>
      </p:sp>
      <p:pic>
        <p:nvPicPr>
          <p:cNvPr id="5" name="Picture 4" descr="aws-ladder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2468880"/>
          </a:xfrm>
          <a:prstGeom prst="rect">
            <a:avLst/>
          </a:prstGeom>
        </p:spPr>
      </p:pic>
      <p:pic>
        <p:nvPicPr>
          <p:cNvPr id="6" name="Picture 5" descr="aws-busy-backpres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112471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Day two: same pipeline, second cloud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Rewritten in Flink SQL on Confluent Cloud — judged by the same validation suite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3474720"/>
                <a:gridCol w="347472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AWS (day 1)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Confluent Cloud (day 2)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Code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~2,000 lines of Java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~200 lines of SQL (6 statements)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Correctness — 5 independent checks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All pass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All pass — exact to the cent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Top speed measured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110,000 msgs/sec (12 units)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232,000 msgs/sec (16 units)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How you scale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Pick unit count by hand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Autoscales up to a cap you set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Est. monthly cost, under ~10k msgs/sec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 $1,070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 $1,010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Est. monthly cost, same 110k msgs/sec job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 $6,100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B0B0B"/>
                          </a:solidFill>
                        </a:rPr>
                        <a:t>~ $3,500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1206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0B0B0B"/>
                </a:solidFill>
              </a:rPr>
              <a:t>• Same topics, same JSON, same generator, same tests - only the engine changed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B0B0B"/>
                </a:solidFill>
              </a:rPr>
              <a:t>• The validation suite re-derives every number from raw data, so proving a cross-cloud rewrite took an afternoon and ~ $4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008300"/>
                </a:solidFill>
              </a:rPr>
              <a:t>• Price storm result reproduced: 10,000 price updates/sec in, ~10 conflated updates/sec out, trades unaffected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Path to production — AWS ready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Full infrastructure-as-code, validated; one command to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Terraform stack complete: MSK Serverless (Kafka) + Amazon Managed Service for Apache Flink + generator on Fargate + CloudWatch dashboard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B0B0B"/>
                </a:solidFill>
              </a:rPr>
              <a:t>• The exact same application jar runs on AWS — every environment difference is configuration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Security by default: private VPC, IAM auth to Kafka, least-privilege roles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Operations runbook: deploy, in-place code update, config-only rescale, teardown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Demo cost ≈ $1/hour while running; destroyed when not in use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08300"/>
                </a:solidFill>
              </a:rPr>
              <a:t>• Status: DEPLOYED and load-tested on AWS — all cases green, scaling ladder measured, then torn down cleanly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it took to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AI-assisted engineering with review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1 day + epilogue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requirements to a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two-cloud proof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9 prompts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drove all nine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phases of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≈ $515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metered AI compute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(flat-rate in practice)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26 finds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7 bugs, 1 design flaw,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18 deploy/cleanup gotchas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Quality came from the process: plan first, review each outcome, make the system prove itself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Bugs caught included the kind that bite in production: dependency clashes, silent metric mismatches, replay semantics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Every prompt, decision, and result is recorded in the repository — fully auditable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Recommendations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0B0B0B"/>
                </a:solidFill>
              </a:rPr>
              <a:t>• Two validated deployment targets — choose by ops model: AWS Managed Flink (explicit control, custom metrics) vs Confluent Cloud (serverless SQL, ~40% cheaper at sustained high volume)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Volume proven on both clouds: 110k msgs/sec live on AWS; 232k msgs/sec processing on Confluent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Team walkthrough: live dashboard + 'explain the numbers' script are ready (docs/PERF_RESULTS.md)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Candidate hardening for production: schema registry, DLQ for malformed records, autoscaling policy, CI pipeline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Adopt the delivery pattern (phased outcomes + self-verification) for the next AI-assisted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2514E"/>
                </a:solidFill>
              </a:rPr>
              <a:t>Repo: github.com/jimzucker/flink-fable5  ·  All results reproducible: make test · make validate · perf scripts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