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Day two: same pipeline, second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Rewritten in Flink SQL on Confluent Cloud — judged by the same validation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AWS (day 1)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Confluent Cloud (day 2)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Code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~200 lines of SQL (6 statements)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Correctness — 5 independent checks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 — exact to the cent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Top speed, same method (day 3 tuned)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757,600 msgs/sec (20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232,700 msgs/sec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How you scale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Pick unit count by hand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Autoscales up to a cap you set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under ~10k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$1,070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same 110k msgs/sec job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$6,100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$3,500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Infra $/hr to match the 232.7k peak (day 3)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~$2.39 (10 units + Kafka base/partitions)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~$3.9 (16 units + usage; no partition fees)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0B0B"/>
                </a:solidFill>
              </a:rPr>
              <a:t>• Same topics, same JSON, same generator, same tests - only the engine changed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</a:rPr>
              <a:t>• The validation suite re-derives every number from raw data, so proving a cross-cloud rewrite took an afternoon and ~ $4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8300"/>
                </a:solidFill>
              </a:rPr>
              <a:t>• Price storm result reproduced: 10,000 price updates/sec in, ~10 conflated updates/sec out, trades unaffected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 — choose by ops model: AWS Managed Flink (explicit control, custom metrics) vs Confluent Cloud (serverless SQL, ~40% cheaper at sustained high volume)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proven on both clouds, same method: AWS 757k msgs/sec tuned (linear 2x from a 10-unit floor); Confluent 232.7k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