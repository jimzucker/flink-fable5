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load-tested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8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eight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$430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(included in subscription)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15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6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8 deploy gotchas — pre-prod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Approve the AWS demo deployment (≈ $1/hour, teardown scripted) — final requirement: Grafana-backed demo on AWS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Re-run the scaling test on AWS with dedicated compute to demonstrate 4-way+ linearity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