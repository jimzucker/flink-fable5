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Capacity (records/sec)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Parallelism 1</c:v>
                </c:pt>
                <c:pt idx="1">
                  <c:v>Parallelism 2</c:v>
                </c:pt>
                <c:pt idx="2">
                  <c:v>Parallelism 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7000</c:v>
                </c:pt>
                <c:pt idx="1">
                  <c:v>14300</c:v>
                </c:pt>
                <c:pt idx="2">
                  <c:v>16800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Six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783080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1" y="2011680"/>
            <a:ext cx="1783080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2011680"/>
            <a:ext cx="1783080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2011680"/>
            <a:ext cx="1783080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14 tests + independent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validation, all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2011680"/>
            <a:ext cx="1783080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2011680"/>
            <a:ext cx="1783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six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14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capacity at saturation (backlog catch-up)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19456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08300"/>
                </a:solidFill>
              </a:rPr>
              <a:t>• 1 → 2: exactly 2.0× — linear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C98500"/>
                </a:solidFill>
              </a:rPr>
              <a:t>• 2 → 4: limited by the 8-core laptop (28 tasks + Kafka + monitoring on one machine), not the pipeline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</a:rPr>
              <a:t>• Rescaling = one config value; no rebuild, no code change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</a:rPr>
              <a:t>• AWS (dedicated compute per unit) is the venue to demonstrate 4-way+ linearity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C98500"/>
                </a:solidFill>
              </a:rPr>
              <a:t>• Status: validated and ready — awaiting credentials/approval to apply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load-tested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6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six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$128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(included in subscription)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6 bugs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found &amp; fixed by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verification, pre-prod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Approve the AWS demo deployment (≈ $1/hour, teardown scripted) — final requirement: Grafana-backed demo on AWS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Re-run the scaling test on AWS with dedicated compute to demonstrate 4-way+ linearity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