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Two clouds, one test suite — the measured scoreboard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Same requirements, same data, same five correctness checks; deployable configs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566160"/>
                <a:gridCol w="35661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AWS (Managed Flink + MSK)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Confluent Cloud (Flink SQL)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Correctness - 5 independent checks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All pass, exact to the cent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End-to-end latency (live)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p50 267 ms  /  p99 495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p50 1.8 s  /  p99 2.1 s (SQL tuned for latency)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Full pipeline 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435,000 msgs/sec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127,000 msgs/sec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Sustained 28 min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232,705/sec, deviation 30/sec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360,900/sec, deviation 63,900/sec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Cost at equal work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~ $2.39/hr all-in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~ $3.36/hr + usage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Code to build it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~200 lines of SQL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What you operate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a jar, an image, a VPC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statements - nothing to deploy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Rate-limit an output (CR-1)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config change - 0.96/key/sec vs 1.0 cap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0B0B0B"/>
                          </a:solidFill>
                        </a:rPr>
                        <a:t>NOT EXPRESSIBLE for updating aggregations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3949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008300"/>
                </a:solidFill>
              </a:rPr>
              <a:t>• AWS is faster, cheaper and steadier: one job passes records between operators in memory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B0B0B"/>
                </a:solidFill>
              </a:rPr>
              <a:t>• Confluent is ~10x less code and nothing to deploy - but the SQL must be ONE fused statement set; writing it as chained statements costs 15x latency (26.7s -&gt; 1.8s when fixed)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78D6"/>
                </a:solidFill>
              </a:rPr>
              <a:t>• The deciding factor was not speed: a plain requirement - do not update the screen faster than a human can read - is one config line on DataStream and has no supported construct in Confluent 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Recommend AWS Managed Flink for this product: it is faster, cheaper at equal work, and the only one of the two that can satisfy the output-cadence requirement (CR-1)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and stability proven on both, same method: AWS 757k msgs/sec peak, 28 min at 232,705/sec with deviation of 30; Confluent 386k peak single-statement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